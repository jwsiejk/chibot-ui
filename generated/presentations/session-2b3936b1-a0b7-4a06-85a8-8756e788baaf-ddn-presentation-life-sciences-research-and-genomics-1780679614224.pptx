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Why Life Sciences Data Strategy Is Urgent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why genomics and translational research teams must modernize data operations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Sequencers are outpacing legacy storage and metadata workflows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AI model quality depends on governed, multi-omic data readiness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Current Genomics Program Friction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Pinpoint where platform and pipeline bottlenecks slow discovery and clinical translation.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Variant interpretation cycles are delayed by fragmented data estates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Cross-site collaboration suffers when data movement and access controls are inconsistent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DDN Strategy for AI-Driven Biology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how DDN aligns high-performance data infrastructure to modern biology workflows.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Infinia unifies performance, data services, and policy control for research workloads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Data Intelligence Platform accelerates data discovery, lineage, and governance for AI use cases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Recommended First 90-Day Program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Define a pragmatic execution plan that demonstrates measurable value quickly.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Start with one high-impact workflow such as cohort-scale variant analysis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Track outcomes: pipeline runtime, researcher wait time, and cost per analysis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Executive Decision and Next Actions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Align sponsors on investment path, success criteria, and governance ownership.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Approve architecture workshop and success metrics baseline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Set joint business and scientific milestones for pilot-to-production expansion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DDN presentation - Life sciences research and genomics</dc:title>
  <dc:subject>Create Presentations export</dc:subject>
  <dc:creator>AskChappy</dc:creator>
  <cp:lastModifiedBy>AskChappy</cp:lastModifiedBy>
  <cp:revision>1</cp:revision>
  <dcterms:created xsi:type="dcterms:W3CDTF">2026-06-05T17:13:34Z</dcterms:created>
  <dcterms:modified xsi:type="dcterms:W3CDTF">2026-06-05T17:13:34Z</dcterms:modified>
</cp:coreProperties>
</file>