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Topic A — Executive Framing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Frame Topic A for Audience A.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Purpose: Topic A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Audience focus: Audience A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Tone and depth: technical / medium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Business Context and Current Challenge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Establish the current situation and why action is needed now.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Context for Audience A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Primary business and technical use case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Industry constraints and expectations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architecture Plan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Detail the architecture approach for this deck.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architecture: what decisions are needed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architecture: implementation approach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risk reduction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keep concise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Implementation Roadmap and Risk Management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Show phased execution, dependencies, and mitigation approach.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Phased rollout with owners and timeline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Operational and delivery risks with mitigations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Success criteria and checkpoints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1D4ED8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41148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</a:rPr>
              <a:t>Next Steps and Decision Points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31520" y="123444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34155"/>
                </a:solidFill>
              </a:rPr>
              <a:t>Objective: Close with clear decisions, owners, and immediate actions.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68680" y="1920240"/>
            <a:ext cx="10241280" cy="3840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Decision points requiring stakeholder alignment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Immediate next actions and owners</a:t>
            </a:r>
            <a:endParaRPr lang="en-US" sz="1900" dirty="0"/>
          </a:p>
          <a:p>
            <a:pPr marL="228600" indent="-228600">
              <a:buSzPct val="100000"/>
              <a:buChar char="•"/>
            </a:pPr>
            <a:r>
              <a:rPr lang="en-US" sz="1900" dirty="0">
                <a:solidFill>
                  <a:srgbClr val="111827"/>
                </a:solidFill>
              </a:rPr>
              <a:t>Open discussion and confirmation of priorities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10881360" y="6309360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Slide 5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AskChappy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 A</dc:title>
  <dc:subject>Create Presentations export</dc:subject>
  <dc:creator>AskChappy</dc:creator>
  <cp:lastModifiedBy>AskChappy</cp:lastModifiedBy>
  <cp:revision>1</cp:revision>
  <dcterms:created xsi:type="dcterms:W3CDTF">2026-05-26T20:45:09Z</dcterms:created>
  <dcterms:modified xsi:type="dcterms:W3CDTF">2026-05-26T20:45:09Z</dcterms:modified>
</cp:coreProperties>
</file>