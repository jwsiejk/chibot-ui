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Why this matters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why this matters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Workload profile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workload profile.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Data pipeline bottlenecks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data pipeline bottlenecks.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AI-driven biology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ai-driven biology requirements.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DDN architecture point of 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ddn architecture point of view.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Recommended DDN solution focus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recommended ddn solution focus.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Validation / PoC success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validation / poc success criteria.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Partner / reseller delivery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partner / reseller delivery model.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Cover next steps.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DDN positioning for reseller conversation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Customer-relevant business and technical outcomes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DDN presentation - Life sciences research and genomics</dc:title>
  <dc:subject>Create Presentations export</dc:subject>
  <dc:creator>AskChappy</dc:creator>
  <cp:lastModifiedBy>AskChappy</cp:lastModifiedBy>
  <cp:revision>1</cp:revision>
  <dcterms:created xsi:type="dcterms:W3CDTF">2026-05-26T23:32:46Z</dcterms:created>
  <dcterms:modified xsi:type="dcterms:W3CDTF">2026-05-26T23:32:46Z</dcterms:modified>
</cp:coreProperties>
</file>