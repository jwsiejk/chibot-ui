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 / medium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architecture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architecture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implementation approach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risk reduction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keep concise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2026-05-26T20:49:24Z</dcterms:created>
  <dcterms:modified xsi:type="dcterms:W3CDTF">2026-05-26T20:49:24Z</dcterms:modified>
</cp:coreProperties>
</file>