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Topic A — Executive Framing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Frame Topic A for Audience 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Purpose: Topic A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Audience focus: Audience A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Tone and depth: technical_but_executive_readable / mixed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Business Context and Current Challenge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Establish the current situation and why action is needed now.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Context for Audience A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Primary business and technical use case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Industry constraints and expectations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Core Workstream 1 Plan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Detail the core workstream 1 approach for this deck.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Core Workstream 1: what decisions are needed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Core Workstream 1: implementation approach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Implementation Roadmap and Risk Management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Show phased execution, dependencies, and mitigation approach.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Phased rollout with owners and timeline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Operational and delivery risks with mitigations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Success criteria and checkpoints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Next Steps and Decision Points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Close with clear decisions, owners, and immediate actions.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Decision points requiring stakeholder alignment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Immediate next actions and owners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Open discussion and confirmation of priorities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AskChappy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A</dc:title>
  <dc:subject>Create Presentations export</dc:subject>
  <dc:creator>AskChappy</dc:creator>
  <cp:lastModifiedBy>AskChappy</cp:lastModifiedBy>
  <cp:revision>1</cp:revision>
  <dcterms:created xsi:type="dcterms:W3CDTF">2026-05-26T22:32:11Z</dcterms:created>
  <dcterms:modified xsi:type="dcterms:W3CDTF">2026-05-26T22:32:11Z</dcterms:modified>
</cp:coreProperties>
</file>