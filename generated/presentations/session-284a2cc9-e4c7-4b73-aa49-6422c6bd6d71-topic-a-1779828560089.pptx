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Topic 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Topic A for Audience 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Topic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 / medium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Industry constraints and expectations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architecture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architecture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implementation approach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risk reduction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keep concise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A</dc:title>
  <dc:subject>Create Presentations export</dc:subject>
  <dc:creator>AskChappy</dc:creator>
  <cp:lastModifiedBy>AskChappy</cp:lastModifiedBy>
  <cp:revision>1</cp:revision>
  <dcterms:created xsi:type="dcterms:W3CDTF">2026-05-26T20:49:20Z</dcterms:created>
  <dcterms:modified xsi:type="dcterms:W3CDTF">2026-05-26T20:49:20Z</dcterms:modified>
</cp:coreProperties>
</file>