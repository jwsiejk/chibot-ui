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</a:rPr>
              <a:t>Infinia — Executive Framing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12344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334155"/>
                </a:solidFill>
              </a:rPr>
              <a:t>Objective: Frame Infinia for CTO.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68680" y="1920240"/>
            <a:ext cx="10241280" cy="3840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11827"/>
                </a:solidFill>
              </a:rPr>
              <a:t>Purpose: Infinia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11827"/>
                </a:solidFill>
              </a:rPr>
              <a:t>Audience focus: CTO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11827"/>
                </a:solidFill>
              </a:rPr>
              <a:t>Tone and depth: technical_but_executive_readable / medium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0881360" y="630936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Slide 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</a:rPr>
              <a:t>Business Context and Current Challenge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12344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334155"/>
                </a:solidFill>
              </a:rPr>
              <a:t>Objective: Establish the current situation and why action is needed now.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68680" y="1920240"/>
            <a:ext cx="10241280" cy="3840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11827"/>
                </a:solidFill>
              </a:rPr>
              <a:t>Context for CTO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11827"/>
                </a:solidFill>
              </a:rPr>
              <a:t>Primary business and technical use case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11827"/>
                </a:solidFill>
              </a:rPr>
              <a:t>Healthcare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0881360" y="630936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Slide 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</a:rPr>
              <a:t>Core Workstream 1 Plan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12344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334155"/>
                </a:solidFill>
              </a:rPr>
              <a:t>Objective: Detail the core workstream 1 approach for this deck.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68680" y="1920240"/>
            <a:ext cx="10241280" cy="3840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11827"/>
                </a:solidFill>
              </a:rPr>
              <a:t>Core Workstream 1: what decisions are needed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11827"/>
                </a:solidFill>
              </a:rPr>
              <a:t>Core Workstream 1: implementation approach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0881360" y="630936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Slide 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</a:rPr>
              <a:t>Implementation Roadmap and Risk Management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12344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334155"/>
                </a:solidFill>
              </a:rPr>
              <a:t>Objective: Show phased execution, dependencies, and mitigation approach.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68680" y="1920240"/>
            <a:ext cx="10241280" cy="3840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11827"/>
                </a:solidFill>
              </a:rPr>
              <a:t>Phased rollout with owners and timeline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11827"/>
                </a:solidFill>
              </a:rPr>
              <a:t>Operational and delivery risks with mitigations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11827"/>
                </a:solidFill>
              </a:rPr>
              <a:t>Success criteria and checkpoints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0881360" y="630936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Slide 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</a:rPr>
              <a:t>Next Steps and Decision Points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12344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334155"/>
                </a:solidFill>
              </a:rPr>
              <a:t>Objective: Close with clear decisions, owners, and immediate actions.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68680" y="1920240"/>
            <a:ext cx="10241280" cy="3840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11827"/>
                </a:solidFill>
              </a:rPr>
              <a:t>Decision points requiring stakeholder alignment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11827"/>
                </a:solidFill>
              </a:rPr>
              <a:t>Immediate next actions and owners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11827"/>
                </a:solidFill>
              </a:rPr>
              <a:t>Open discussion and confirmation of priorities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0881360" y="630936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Slide 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AskChappy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Infinia</dc:title>
  <dc:subject>Create Presentations export</dc:subject>
  <dc:creator>AskChappy</dc:creator>
  <cp:lastModifiedBy>AskChappy</cp:lastModifiedBy>
  <cp:revision>1</cp:revision>
  <dcterms:created xsi:type="dcterms:W3CDTF">2026-05-26T23:02:25Z</dcterms:created>
  <dcterms:modified xsi:type="dcterms:W3CDTF">2026-05-26T23:02:25Z</dcterms:modified>
</cp:coreProperties>
</file>