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technical_but_executive_readable / mixed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Workstream 1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core workstream 1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implementation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2026-05-26T21:36:06Z</dcterms:created>
  <dcterms:modified xsi:type="dcterms:W3CDTF">2026-05-26T21:36:06Z</dcterms:modified>
</cp:coreProperties>
</file>