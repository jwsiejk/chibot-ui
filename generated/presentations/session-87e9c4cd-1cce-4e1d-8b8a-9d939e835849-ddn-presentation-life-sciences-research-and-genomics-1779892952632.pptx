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Life Sciences Workload and Data Growth Profile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Quantify pipeline characteristics that drive infrastructure design decisions.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Concurrent NGS alignment, variant calling, and multimodal training create bursty demand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Hot data tiers must serve low-latency random access and sustained streaming workloads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Pipeline Bottlenecks Across the Data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Identify where throughput, orchestration, and metadata gaps constrain productivity.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I/O contention and namespace fragmentation increase queue time for shared compute clusters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Manual dataset curation introduces reproducibility drift between development and production runs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AI-Driven Biology Technical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Specify platform capabilities needed for retrieval, training, and inference workflows.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Unified metadata, lineage, and governance are required for trustworthy model development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Storage and data services must support both POSIX-heavy and object-native toolchains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DDN Architecture Point of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Map DDN reference architecture to research, translational, and clinical-adjacent environments.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Infinia delivers parallel performance, predictable throughput, and resilient operations at scale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Data Intelligence Platform operationalizes policy, indexing, and discoverability across data domains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Recommended DDN Solution Blueprint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Propose a phased architecture blueprint with clear integration boundaries.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Start with targeted workflow domains and federate access before broad migration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Automate policy enforcement and lifecycle controls early to reduce downstream compliance rework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Validation / PoC Success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Define measurable benchmarks for technical validation and production readiness.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Measure end-to-end runtime reduction, I/O stability, and dataset onboarding velocity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Include governance auditability and operations runbook maturity in exit criteria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Partner / Reseller Delivery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Outline delivery responsibilities across architecture, implementation, and enablement phases.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Assign partner ownership for integration automation and workflow certification artifacts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Embed joint knowledge transfer for platform operations and continuous optimization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Technical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Sequence immediate engineering actions to de-risk rollout.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Schedule architecture deep-dive and data path assessment with stakeholder SMEs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Finalize pilot scope, observability plan, and production promotion gates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DDN presentation - Life sciences research and genomics</dc:title>
  <dc:subject>Create Presentations export</dc:subject>
  <dc:creator>AskChappy</dc:creator>
  <cp:lastModifiedBy>AskChappy</cp:lastModifiedBy>
  <cp:revision>1</cp:revision>
  <dcterms:created xsi:type="dcterms:W3CDTF">2026-05-27T14:42:32Z</dcterms:created>
  <dcterms:modified xsi:type="dcterms:W3CDTF">2026-05-27T14:42:32Z</dcterms:modified>
</cp:coreProperties>
</file>